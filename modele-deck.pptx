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sldIdLst>
    <p:sldId id="257" r:id="rId5"/>
  </p:sldIdLst>
  <p:sldSz cx="9144000" cy="6858000" type="screen4x3"/>
  <p:notesSz cx="6808788" cy="9940925"/>
  <p:defaultTextStyle>
    <a:defPPr>
      <a:defRPr lang="fr-FR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1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7FD8"/>
    <a:srgbClr val="0C2543"/>
    <a:srgbClr val="548DD4"/>
    <a:srgbClr val="5F8CAD"/>
    <a:srgbClr val="0D2747"/>
    <a:srgbClr val="7BA1D4"/>
    <a:srgbClr val="47B4DE"/>
    <a:srgbClr val="5EC286"/>
    <a:srgbClr val="5FD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4319"/>
        <p:guide pos="5759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
<Relationship Id="rId4" Type="http://schemas.openxmlformats.org/officeDocument/2006/relationships/slideMaster" Target="slideMasters/slideMaster1.xml"/>
<Relationship Id="rId5" Type="http://schemas.openxmlformats.org/officeDocument/2006/relationships/slide" Target="slides/slide1.xml"/>
<Relationship Id="rId50" Type="http://schemas.openxmlformats.org/officeDocument/2006/relationships/presProps" Target="presProps.xml"/>
<Relationship Id="rId51" Type="http://schemas.openxmlformats.org/officeDocument/2006/relationships/viewProps" Target="viewProps.xml"/>
<Relationship Id="rId52" Type="http://schemas.openxmlformats.org/officeDocument/2006/relationships/theme" Target="theme/theme1.xml"/>
<Relationship Id="rId53" Type="http://schemas.openxmlformats.org/officeDocument/2006/relationships/tableStyles" Target="tableStyles.xml"/>
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" descr="ELEMENTS-COUV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25400"/>
            <a:ext cx="9144000" cy="685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58863" y="3263223"/>
            <a:ext cx="8418539" cy="571793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80000"/>
              </a:lnSpc>
              <a:defRPr sz="4000" b="1" cap="all" baseline="0">
                <a:solidFill>
                  <a:srgbClr val="5F8CAD"/>
                </a:solidFill>
                <a:latin typeface="Arial Black"/>
                <a:cs typeface="Arial Black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558889" y="3778238"/>
            <a:ext cx="8418513" cy="515309"/>
          </a:xfr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buNone/>
              <a:defRPr lang="fr-FR" sz="4000" b="1" i="0" kern="1200" cap="all" baseline="0" dirty="0">
                <a:solidFill>
                  <a:srgbClr val="0D2747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362632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re 7"/>
          <p:cNvSpPr>
            <a:spLocks noGrp="1"/>
          </p:cNvSpPr>
          <p:nvPr>
            <p:ph type="title"/>
          </p:nvPr>
        </p:nvSpPr>
        <p:spPr>
          <a:xfrm>
            <a:off x="379446" y="343356"/>
            <a:ext cx="8369018" cy="500918"/>
          </a:xfrm>
          <a:prstGeom prst="rect">
            <a:avLst/>
          </a:prstGeom>
        </p:spPr>
        <p:txBody>
          <a:bodyPr vert="horz"/>
          <a:lstStyle>
            <a:lvl1pPr>
              <a:lnSpc>
                <a:spcPct val="80000"/>
              </a:lnSpc>
              <a:defRPr sz="2400" cap="all" baseline="0">
                <a:latin typeface="Arial Black"/>
                <a:cs typeface="Arial Black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10"/>
          </p:nvPr>
        </p:nvSpPr>
        <p:spPr>
          <a:xfrm>
            <a:off x="379412" y="696691"/>
            <a:ext cx="8369052" cy="75481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fr-FR" sz="2000" b="1" i="0" kern="1200" cap="small" baseline="0" dirty="0">
                <a:solidFill>
                  <a:srgbClr val="5F8CAD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7" name="Espace réservé du contenu 16"/>
          <p:cNvSpPr>
            <a:spLocks noGrp="1"/>
          </p:cNvSpPr>
          <p:nvPr>
            <p:ph sz="quarter" idx="11"/>
          </p:nvPr>
        </p:nvSpPr>
        <p:spPr>
          <a:xfrm>
            <a:off x="379413" y="1493838"/>
            <a:ext cx="8369300" cy="4605337"/>
          </a:xfrm>
        </p:spPr>
        <p:txBody>
          <a:bodyPr/>
          <a:lstStyle>
            <a:lvl1pPr>
              <a:defRPr>
                <a:solidFill>
                  <a:srgbClr val="0C2543"/>
                </a:solidFill>
                <a:latin typeface="Arial"/>
                <a:cs typeface="Arial"/>
              </a:defRPr>
            </a:lvl1pPr>
            <a:lvl2pPr>
              <a:defRPr>
                <a:solidFill>
                  <a:srgbClr val="0C2543"/>
                </a:solidFill>
                <a:latin typeface="Arial"/>
                <a:cs typeface="Arial"/>
              </a:defRPr>
            </a:lvl2pPr>
            <a:lvl3pPr>
              <a:defRPr>
                <a:solidFill>
                  <a:srgbClr val="0C2543"/>
                </a:solidFill>
                <a:latin typeface="Arial"/>
                <a:cs typeface="Arial"/>
              </a:defRPr>
            </a:lvl3pPr>
            <a:lvl4pPr>
              <a:defRPr>
                <a:solidFill>
                  <a:srgbClr val="0C2543"/>
                </a:solidFill>
                <a:latin typeface="Arial"/>
                <a:cs typeface="Arial"/>
              </a:defRPr>
            </a:lvl4pPr>
            <a:lvl5pPr>
              <a:defRPr>
                <a:solidFill>
                  <a:srgbClr val="0C2543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33D264-B4D5-42B4-A2B9-A0584DEF274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97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7"/>
          <p:cNvSpPr>
            <a:spLocks noGrp="1"/>
          </p:cNvSpPr>
          <p:nvPr>
            <p:ph type="title"/>
          </p:nvPr>
        </p:nvSpPr>
        <p:spPr>
          <a:xfrm>
            <a:off x="379446" y="343356"/>
            <a:ext cx="8369018" cy="500918"/>
          </a:xfrm>
          <a:prstGeom prst="rect">
            <a:avLst/>
          </a:prstGeom>
        </p:spPr>
        <p:txBody>
          <a:bodyPr vert="horz"/>
          <a:lstStyle>
            <a:lvl1pPr>
              <a:lnSpc>
                <a:spcPct val="80000"/>
              </a:lnSpc>
              <a:defRPr sz="2400" b="1" i="0" baseline="0">
                <a:latin typeface="Arial Black"/>
                <a:cs typeface="Arial Black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contenu 12"/>
          <p:cNvSpPr>
            <a:spLocks noGrp="1"/>
          </p:cNvSpPr>
          <p:nvPr>
            <p:ph sz="quarter" idx="10"/>
          </p:nvPr>
        </p:nvSpPr>
        <p:spPr>
          <a:xfrm>
            <a:off x="379412" y="696691"/>
            <a:ext cx="8369052" cy="75481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lang="fr-FR" sz="1800" b="1" i="0" kern="1200" dirty="0">
                <a:solidFill>
                  <a:srgbClr val="5F8CAD"/>
                </a:solidFill>
                <a:latin typeface="Arial"/>
                <a:ea typeface="+mj-ea"/>
                <a:cs typeface="Arial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u contenu 16"/>
          <p:cNvSpPr>
            <a:spLocks noGrp="1"/>
          </p:cNvSpPr>
          <p:nvPr>
            <p:ph sz="quarter" idx="11"/>
          </p:nvPr>
        </p:nvSpPr>
        <p:spPr>
          <a:xfrm>
            <a:off x="379413" y="1493838"/>
            <a:ext cx="8369300" cy="4605337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0C2543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2DA918-0656-4828-9FB0-457A8650EA5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4162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DC32E5-A0EA-4852-B955-C98F2C1EF6A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970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4" descr="ELEMENTS-CONTAC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26988"/>
            <a:ext cx="9144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re 1"/>
          <p:cNvSpPr txBox="1">
            <a:spLocks/>
          </p:cNvSpPr>
          <p:nvPr userDrawn="1"/>
        </p:nvSpPr>
        <p:spPr>
          <a:xfrm>
            <a:off x="258763" y="292100"/>
            <a:ext cx="4768850" cy="1143000"/>
          </a:xfrm>
          <a:prstGeom prst="rect">
            <a:avLst/>
          </a:prstGeom>
        </p:spPr>
        <p:txBody>
          <a:bodyPr anchor="ctr"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fr-FR" sz="3200" b="1">
                <a:solidFill>
                  <a:srgbClr val="0D2747"/>
                </a:solidFill>
                <a:latin typeface="Arial Black"/>
                <a:cs typeface="Arial Black"/>
              </a:rPr>
              <a:t>CONTACTEZ-NOUS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2401016"/>
            <a:ext cx="4661157" cy="56673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200" b="1" i="0" baseline="0">
                <a:solidFill>
                  <a:srgbClr val="0D2747"/>
                </a:solidFill>
                <a:latin typeface="Arial Black"/>
                <a:cs typeface="Arial Black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6588224" y="1988840"/>
            <a:ext cx="2221536" cy="2592288"/>
          </a:xfrm>
        </p:spPr>
        <p:txBody>
          <a:bodyPr rtlCol="0">
            <a:normAutofit/>
          </a:bodyPr>
          <a:lstStyle>
            <a:lvl1pPr marL="0" indent="0">
              <a:lnSpc>
                <a:spcPct val="50000"/>
              </a:lnSpc>
              <a:buNone/>
              <a:defRPr sz="3200" baseline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  <a:p>
            <a:pPr lvl="0"/>
            <a:r>
              <a:rPr lang="fr-FR" noProof="0"/>
              <a:t>PHOTO</a:t>
            </a:r>
          </a:p>
          <a:p>
            <a:pPr lvl="0"/>
            <a:r>
              <a:rPr lang="fr-FR" noProof="0"/>
              <a:t>CONTACT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3332939"/>
            <a:ext cx="4661157" cy="632197"/>
          </a:xfrm>
        </p:spPr>
        <p:txBody>
          <a:bodyPr>
            <a:noAutofit/>
          </a:bodyPr>
          <a:lstStyle>
            <a:lvl1pPr marL="0" indent="0">
              <a:buNone/>
              <a:defRPr sz="1700" b="1" i="0">
                <a:solidFill>
                  <a:srgbClr val="5F8CAD"/>
                </a:solidFill>
                <a:latin typeface="Arial"/>
                <a:cs typeface="Arial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3"/>
          <p:cNvSpPr>
            <a:spLocks noGrp="1"/>
          </p:cNvSpPr>
          <p:nvPr>
            <p:ph type="body" sz="half" idx="10"/>
          </p:nvPr>
        </p:nvSpPr>
        <p:spPr>
          <a:xfrm>
            <a:off x="1792288" y="3960410"/>
            <a:ext cx="4661157" cy="632197"/>
          </a:xfrm>
        </p:spPr>
        <p:txBody>
          <a:bodyPr>
            <a:noAutofit/>
          </a:bodyPr>
          <a:lstStyle>
            <a:lvl1pPr marL="0" indent="0">
              <a:buNone/>
              <a:defRPr sz="1700" b="1" i="0">
                <a:solidFill>
                  <a:srgbClr val="0D2747"/>
                </a:solidFill>
                <a:latin typeface="Arial Black"/>
                <a:cs typeface="Arial Black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>
          <a:xfrm>
            <a:off x="1792288" y="2855517"/>
            <a:ext cx="4660900" cy="560388"/>
          </a:xfrm>
        </p:spPr>
        <p:txBody>
          <a:bodyPr/>
          <a:lstStyle>
            <a:lvl1pPr marL="0" indent="0">
              <a:buNone/>
              <a:defRPr>
                <a:latin typeface="Arial"/>
                <a:cs typeface="Arial"/>
              </a:defRPr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159722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471" y="223306"/>
            <a:ext cx="745959" cy="770253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8181472" y="6628597"/>
            <a:ext cx="745958" cy="216568"/>
          </a:xfrm>
          <a:prstGeom prst="rect">
            <a:avLst/>
          </a:prstGeom>
          <a:solidFill>
            <a:srgbClr val="0035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/>
          </a:p>
        </p:txBody>
      </p:sp>
      <p:cxnSp>
        <p:nvCxnSpPr>
          <p:cNvPr id="10" name="Connecteur droit 9"/>
          <p:cNvCxnSpPr/>
          <p:nvPr userDrawn="1"/>
        </p:nvCxnSpPr>
        <p:spPr>
          <a:xfrm>
            <a:off x="8181472" y="814939"/>
            <a:ext cx="962529" cy="0"/>
          </a:xfrm>
          <a:prstGeom prst="line">
            <a:avLst/>
          </a:prstGeom>
          <a:ln w="15875">
            <a:solidFill>
              <a:srgbClr val="009E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en angle 12"/>
          <p:cNvCxnSpPr/>
          <p:nvPr userDrawn="1"/>
        </p:nvCxnSpPr>
        <p:spPr>
          <a:xfrm rot="10800000" flipV="1">
            <a:off x="-351405" y="784152"/>
            <a:ext cx="972000" cy="5130325"/>
          </a:xfrm>
          <a:prstGeom prst="bentConnector3">
            <a:avLst>
              <a:gd name="adj1" fmla="val 50000"/>
            </a:avLst>
          </a:prstGeom>
          <a:ln w="15875">
            <a:solidFill>
              <a:srgbClr val="009E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734292" y="623369"/>
            <a:ext cx="7228139" cy="383140"/>
          </a:xfrm>
        </p:spPr>
        <p:txBody>
          <a:bodyPr>
            <a:noAutofit/>
          </a:bodyPr>
          <a:lstStyle>
            <a:lvl1pPr>
              <a:defRPr sz="2000">
                <a:solidFill>
                  <a:srgbClr val="009EE3"/>
                </a:solidFill>
              </a:defRPr>
            </a:lvl1pPr>
          </a:lstStyle>
          <a:p>
            <a:r>
              <a:rPr lang="fr-FR"/>
              <a:t>Titre</a:t>
            </a:r>
            <a:endParaRPr lang="en-US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3" hasCustomPrompt="1"/>
          </p:nvPr>
        </p:nvSpPr>
        <p:spPr>
          <a:xfrm>
            <a:off x="735014" y="1732769"/>
            <a:ext cx="7227887" cy="3647017"/>
          </a:xfrm>
        </p:spPr>
        <p:txBody>
          <a:bodyPr/>
          <a:lstStyle>
            <a:lvl1pPr>
              <a:defRPr sz="1200" baseline="0">
                <a:solidFill>
                  <a:srgbClr val="009EE3"/>
                </a:solidFill>
                <a:latin typeface="+mn-lt"/>
              </a:defRPr>
            </a:lvl1pPr>
            <a:lvl2pPr marL="358775" indent="-171450">
              <a:buClr>
                <a:srgbClr val="009EE3"/>
              </a:buClr>
              <a:buFont typeface="Wingdings" panose="05000000000000000000" pitchFamily="2" charset="2"/>
              <a:buChar char="§"/>
              <a:defRPr sz="1100" b="0">
                <a:solidFill>
                  <a:srgbClr val="002060"/>
                </a:solidFill>
                <a:latin typeface="+mn-lt"/>
              </a:defRPr>
            </a:lvl2pPr>
            <a:lvl3pPr marL="536575" indent="7938">
              <a:buClr>
                <a:srgbClr val="009EE3"/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lvl3pPr>
            <a:lvl4pPr marL="1066800" indent="-171450">
              <a:buClr>
                <a:srgbClr val="009EE3"/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lvl4pPr>
          </a:lstStyle>
          <a:p>
            <a:pPr lvl="0"/>
            <a:r>
              <a:rPr lang="fr-FR"/>
              <a:t>Texte premier niveau 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  Troisième niveau</a:t>
            </a:r>
          </a:p>
        </p:txBody>
      </p:sp>
      <p:sp>
        <p:nvSpPr>
          <p:cNvPr id="17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735014" y="997598"/>
            <a:ext cx="7227887" cy="360941"/>
          </a:xfrm>
        </p:spPr>
        <p:txBody>
          <a:bodyPr>
            <a:normAutofit/>
          </a:bodyPr>
          <a:lstStyle>
            <a:lvl1pPr>
              <a:defRPr sz="1500">
                <a:solidFill>
                  <a:srgbClr val="002060"/>
                </a:solidFill>
              </a:defRPr>
            </a:lvl1pPr>
          </a:lstStyle>
          <a:p>
            <a:r>
              <a:rPr lang="fr-FR"/>
              <a:t>Sous-titre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7"/>
          </p:nvPr>
        </p:nvSpPr>
        <p:spPr>
          <a:xfrm>
            <a:off x="0" y="6480040"/>
            <a:ext cx="398961" cy="365125"/>
          </a:xfrm>
        </p:spPr>
        <p:txBody>
          <a:bodyPr/>
          <a:lstStyle>
            <a:lvl1pPr>
              <a:defRPr sz="800"/>
            </a:lvl1pPr>
          </a:lstStyle>
          <a:p>
            <a:fld id="{84015D94-5DEF-3C4A-892F-59BC6333869E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5003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 6" descr="BASE-SIMPLE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488" y="5494338"/>
            <a:ext cx="868045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381000" y="1409700"/>
            <a:ext cx="8345488" cy="471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</a:t>
            </a:r>
            <a:r>
              <a:rPr lang="mr-IN" altLang="fr-FR"/>
              <a:t>…</a:t>
            </a:r>
            <a:endParaRPr lang="fr-FR" altLang="fr-FR"/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69863" y="6291263"/>
            <a:ext cx="458787" cy="365125"/>
          </a:xfrm>
          <a:prstGeom prst="rect">
            <a:avLst/>
          </a:prstGeom>
        </p:spPr>
        <p:txBody>
          <a:bodyPr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rgbClr val="0C2543"/>
                </a:solidFill>
                <a:latin typeface="Montserrat Regular"/>
                <a:cs typeface="Montserrat Regular"/>
              </a:defRPr>
            </a:lvl1pPr>
          </a:lstStyle>
          <a:p>
            <a:pPr>
              <a:defRPr/>
            </a:pPr>
            <a:fld id="{38C3C8E8-2534-4D48-9B4D-13C91992896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6" r:id="rId2"/>
    <p:sldLayoutId id="2147483667" r:id="rId3"/>
    <p:sldLayoutId id="2147483668" r:id="rId4"/>
    <p:sldLayoutId id="2147483670" r:id="rId5"/>
    <p:sldLayoutId id="2147483671" r:id="rId6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b="1" kern="1200">
          <a:solidFill>
            <a:srgbClr val="0D2747"/>
          </a:solidFill>
          <a:latin typeface="Montserrat Regular"/>
          <a:ea typeface="Montserrat Regular"/>
          <a:cs typeface="Montserrat Regular"/>
        </a:defRPr>
      </a:lvl1pPr>
      <a:lvl2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0D2747"/>
          </a:solidFill>
          <a:latin typeface="Montserrat Regular"/>
          <a:ea typeface="Montserrat Regular"/>
          <a:cs typeface="Montserrat Regular"/>
        </a:defRPr>
      </a:lvl2pPr>
      <a:lvl3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0D2747"/>
          </a:solidFill>
          <a:latin typeface="Montserrat Regular"/>
          <a:ea typeface="Montserrat Regular"/>
          <a:cs typeface="Montserrat Regular"/>
        </a:defRPr>
      </a:lvl3pPr>
      <a:lvl4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0D2747"/>
          </a:solidFill>
          <a:latin typeface="Montserrat Regular"/>
          <a:ea typeface="Montserrat Regular"/>
          <a:cs typeface="Montserrat Regular"/>
        </a:defRPr>
      </a:lvl4pPr>
      <a:lvl5pPr algn="l" defTabSz="457200" rtl="0" fontAlgn="base">
        <a:spcBef>
          <a:spcPct val="0"/>
        </a:spcBef>
        <a:spcAft>
          <a:spcPct val="0"/>
        </a:spcAft>
        <a:defRPr sz="3600" b="1">
          <a:solidFill>
            <a:srgbClr val="0D2747"/>
          </a:solidFill>
          <a:latin typeface="Montserrat Regular"/>
          <a:ea typeface="Montserrat Regular"/>
          <a:cs typeface="Montserrat Regular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3600" b="1">
          <a:solidFill>
            <a:srgbClr val="0D2747"/>
          </a:solidFill>
          <a:latin typeface="Montserrat Regular"/>
          <a:ea typeface="Montserrat Regular"/>
          <a:cs typeface="Montserrat Regular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3600" b="1">
          <a:solidFill>
            <a:srgbClr val="0D2747"/>
          </a:solidFill>
          <a:latin typeface="Montserrat Regular"/>
          <a:ea typeface="Montserrat Regular"/>
          <a:cs typeface="Montserrat Regular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3600" b="1">
          <a:solidFill>
            <a:srgbClr val="0D2747"/>
          </a:solidFill>
          <a:latin typeface="Montserrat Regular"/>
          <a:ea typeface="Montserrat Regular"/>
          <a:cs typeface="Montserrat Regular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3600" b="1">
          <a:solidFill>
            <a:srgbClr val="0D2747"/>
          </a:solidFill>
          <a:latin typeface="Montserrat Regular"/>
          <a:ea typeface="Montserrat Regular"/>
          <a:cs typeface="Montserrat Regular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Clr>
          <a:srgbClr val="0D2747"/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Clr>
          <a:srgbClr val="5F8CAD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3" Type="http://schemas.openxmlformats.org/officeDocument/2006/relationships/image" Target="../media/image5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99695" y="2724638"/>
            <a:ext cx="8656638" cy="5715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fr-FR" sz="3600">
                <a:ea typeface="+mj-ea"/>
              </a:rPr>
              <a:t> </a:t>
            </a:r>
            <a:br>
              <a:rPr lang="fr-FR" sz="3600">
                <a:ea typeface="+mj-ea"/>
              </a:rPr>
            </a:br>
            <a:r>
              <a:rPr lang="fr-FR" sz="3600">
                <a:ea typeface="+mj-ea"/>
              </a:rPr>
              <a:t>{{TITRE}}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0"/>
          </p:nvPr>
        </p:nvSpPr>
        <p:spPr>
          <a:xfrm>
            <a:off x="467458" y="3751001"/>
            <a:ext cx="8338649" cy="832373"/>
          </a:xfrm>
        </p:spPr>
        <p:txBody>
          <a:bodyPr rtlCol="0">
            <a:noAutofit/>
          </a:bodyPr>
          <a:lstStyle/>
          <a:p>
            <a:pPr algn="ctr" fontAlgn="auto">
              <a:spcAft>
                <a:spcPts val="0"/>
              </a:spcAft>
              <a:buFont typeface="Wingdings" charset="2"/>
              <a:buNone/>
              <a:defRPr/>
            </a:pPr>
            <a:r>
              <a:rPr sz="2800" cap="none"/>
              <a:t>{{SOUS_TITRE}}</a:t>
            </a:r>
          </a:p>
        </p:txBody>
      </p:sp>
      <p:pic>
        <p:nvPicPr>
          <p:cNvPr id="6148" name="Image 3" descr="Capture d’écran 2017-04-19 à 16.33.05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294313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itre 1"/>
          <p:cNvSpPr txBox="1">
            <a:spLocks/>
          </p:cNvSpPr>
          <p:nvPr/>
        </p:nvSpPr>
        <p:spPr bwMode="auto">
          <a:xfrm>
            <a:off x="5294313" y="5927725"/>
            <a:ext cx="261620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lnSpc>
                <a:spcPct val="80000"/>
              </a:lnSpc>
            </a:pPr>
            <a:r>
              <a:rPr lang="fr-FR" altLang="fr-FR" sz="1000" b="1">
                <a:solidFill>
                  <a:srgbClr val="5F8CAD"/>
                </a:solidFill>
                <a:latin typeface="Arial" pitchFamily="34" charset="0"/>
              </a:rPr>
              <a:t>IDEA GROUPE</a:t>
            </a:r>
          </a:p>
          <a:p>
            <a:pPr algn="r">
              <a:lnSpc>
                <a:spcPct val="80000"/>
              </a:lnSpc>
            </a:pPr>
            <a:r>
              <a:rPr lang="fr-FR" altLang="fr-FR" sz="1000" b="1">
                <a:solidFill>
                  <a:srgbClr val="0D2747"/>
                </a:solidFill>
                <a:latin typeface="Arial" pitchFamily="34" charset="0"/>
              </a:rPr>
              <a:t>LOGISTICIEN D’EXPÉRIENCE</a:t>
            </a:r>
          </a:p>
          <a:p>
            <a:pPr algn="r">
              <a:lnSpc>
                <a:spcPct val="80000"/>
              </a:lnSpc>
            </a:pPr>
            <a:r>
              <a:rPr lang="fr-FR" altLang="fr-FR" sz="1000" b="1">
                <a:solidFill>
                  <a:srgbClr val="0D2747"/>
                </a:solidFill>
                <a:latin typeface="Arial" pitchFamily="34" charset="0"/>
              </a:rPr>
              <a:t>ET PARTENAIRE ENGAGÉ </a:t>
            </a:r>
          </a:p>
          <a:p>
            <a:pPr algn="r">
              <a:lnSpc>
                <a:spcPct val="80000"/>
              </a:lnSpc>
            </a:pPr>
            <a:r>
              <a:rPr lang="fr-FR" altLang="fr-FR" sz="1000" b="1">
                <a:solidFill>
                  <a:srgbClr val="0D2747"/>
                </a:solidFill>
                <a:latin typeface="Arial" pitchFamily="34" charset="0"/>
              </a:rPr>
              <a:t>AU SERVICE DES INDUSTRIELS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05909" y="5096022"/>
            <a:ext cx="5294313" cy="267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0D2747"/>
              </a:buClr>
              <a:defRPr/>
            </a:pPr>
            <a:endParaRPr lang="fr-FR" sz="4400" cap="all">
              <a:solidFill>
                <a:srgbClr val="0D2747"/>
              </a:solidFill>
              <a:latin typeface="Arial Black"/>
              <a:ea typeface="+mj-ea"/>
              <a:cs typeface="+mn-cs"/>
            </a:endParaRPr>
          </a:p>
          <a:p>
            <a:pPr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0D2747"/>
              </a:buClr>
              <a:defRPr/>
            </a:pPr>
            <a:r>
              <a:rPr lang="fr-FR" sz="4400" cap="all">
                <a:solidFill>
                  <a:srgbClr val="0D2747"/>
                </a:solidFill>
                <a:latin typeface="Arial Black"/>
                <a:ea typeface="+mj-ea"/>
                <a:cs typeface="+mn-cs"/>
              </a:rPr>
              <a:t>{{PERIODE}}</a:t>
            </a:r>
          </a:p>
          <a:p>
            <a:pPr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0D2747"/>
              </a:buClr>
              <a:defRPr/>
            </a:pPr>
            <a:endParaRPr lang="fr-FR" sz="4400" cap="all">
              <a:solidFill>
                <a:srgbClr val="0D2747"/>
              </a:solidFill>
              <a:latin typeface="Arial Black"/>
              <a:ea typeface="+mj-ea"/>
              <a:cs typeface="+mn-cs"/>
            </a:endParaRPr>
          </a:p>
          <a:p>
            <a:pPr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>
                <a:srgbClr val="0D2747"/>
              </a:buClr>
              <a:defRPr/>
            </a:pPr>
            <a:endParaRPr lang="fr-FR" sz="4400" cap="all">
              <a:solidFill>
                <a:srgbClr val="0D2747"/>
              </a:solidFill>
              <a:latin typeface="Arial Black"/>
              <a:ea typeface="+mj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Annuaire KPI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Modele deck Annuaire KPI</dc:title>
  <cp:revision>1</cp:revision>
</cp:coreProperties>
</file>